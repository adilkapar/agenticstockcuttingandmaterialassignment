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Material Assignment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Stock Cutting Challenge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 Mill Products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9A20"/>
                </a:solidFill>
              </a:rPr>
              <a:t>Why AI-Powered Planning is Needed When You Must Buy Before You Sell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What Does a Mill Products Processor Do?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SUPPLIER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(Steel/Paper/Aluminum Mill)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Large Raw Materials: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Coils (1000-2000mm wide)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Rolls (5-25 tons)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Sheets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1920" y="2286000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→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CUT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2801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PROCESSOR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(Service Center / Converter)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Operations: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Slitting (width cuts)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Cut-to-Length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Sheeting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Die-cutting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2286000"/>
            <a:ext cx="91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→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DELIVER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D80D3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0" y="1280160"/>
            <a:ext cx="2926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CUSTOMER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(Manufacturer / Construction)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Smaller Pieces: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Exact width (200-1500mm)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Exact weight (0.5-8 tons)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Exact specifications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The Fundamental Timing Mismatch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A20"/>
                </a:solidFill>
              </a:rPr>
              <a:t>Supplier Lead Time: 4-12 weeks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solidFill>
            <a:srgbClr val="E89A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Purchase 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(based on FORECASTS)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Material Arrives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0D3"/>
                </a:solidFill>
              </a:rPr>
              <a:t>Order Confirmation Horizon: 1-2 weeks only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4297680"/>
            <a:ext cx="4114800" cy="365760"/>
          </a:xfrm>
          <a:prstGeom prst="rect">
            <a:avLst/>
          </a:prstGeom>
          <a:solidFill>
            <a:srgbClr val="1D80D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4754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Orders Confirmed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4754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Must Deliver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You must BUY before you know what customers will ORDER!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How Procurement Works: Buying Against Forecasts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DEMAND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Confirmed Orders (1-2 weeks)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  Known and firm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Forecast Orders (4-12 weeks)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  Predicted, uncertain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MRP plans against BOTH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to trigger purchases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SUPPLY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Stock (in warehouse now)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In-Transit (shipped, arriving)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Purchase Orders (at supplier)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All purchased based 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forecast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</a:rPr>
              <a:t>Forecasts are never 100% accurate → mismatch between purchased stock and actual orders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When Orders Arrive: The Multi-Parameter Matching Challenge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Each order must match a raw material across 5-13+ parameters: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Product Group      • Quality        • Thickness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Width              • Surface Group  • Coating Amount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Roughness          • Passivation    • Protective Oil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Outer Diameter     • Inner Diameter • Origin/Supplier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Due Date vs Arrival Date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ALL must match simultaneously!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Result: Raw materials are almost "order-specific"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(neredeyse siparise ozel hammadde)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This is NOT simple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first-come-first-serve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allocation.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It requires combinatorial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optimization across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80D3"/>
                </a:solidFill>
              </a:rPr>
              <a:t>multiple dimensions.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The Assignment Dilemma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Multiple orders may be feasible for the same coil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— WHO gets it?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Some orders have NO feasible coil in stock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— CANNOT fulfill (need to purchase)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Some coils have NO feasible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— IDLE STOCK (wasted capital)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The assignment decision directly impacts: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Cutting efficiency (trim loss)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Delivery performance (on-time)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Working capital (idle stock)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Revenue (orders planned)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FEASIBILITY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NETWORK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Orders ←→ Materials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(bipartite graph)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Only connected if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ALL parameters match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The Cutting Problem: Trim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Coil Width: 1500mm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GOOD: Order A (1000mm) + Order B (500mm) = 0% trim ✓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BAD:  Order A (1000mm) alone = 500mm WASTE (33%) ✗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The RIGHT combination of orders on one coil → 0% waste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The WRONG assignment → 10-30% material thrown away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Assignment and cutting must be solved TOGETHER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because who goes on which coil determines the pattern!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Five Goals That Conflict With Each Other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1. Minimize Trim Loss (save material cost)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2. Minimize Tardy Orders (customer satisfaction)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3. Minimize Excess/Scrap Material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4. Maximize Orders Planned (revenue)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5. Minimize Idle Stock Age (working capital)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Trade-offs: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Oldest coil first (good for #5) → may give worse trim (bad for #1)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Plan all orders (good for #4) → may accept higher waste (bad for #1)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Wait for perfect coil (good for #1) → order becomes tardy (bad for #2)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Reality: Plans Break Every Day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Even a perfect plan becomes obsolete within hours: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New urgent order arrives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Customer changes due 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Supplier delays shipment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Forecast was wrong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Machine breaks 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Quality issue on a coil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Result: Companies fall back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"urgency-based daily planning"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Need: A system that can RE-PLAN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instantly when things change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Current State: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Manual re-planning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takes HOURS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Depends on 1-2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expert planners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Leads to 8-15%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trim waste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Why Standard ERP/MRP Cannot Solve This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NEEDED:                          What SAP MRP/PP does: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                        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Multi-parameter matching (13 params)     BOM explosion (material→components)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Combinatorial cutting optimization       Lot sizing (how much to produce)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(NP-hard bin-packing)                   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Multi-objective assignment               Single-level scheduling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 conflicting goals simultaneously)     (when to produce)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Event-driven re-planning                 Periodic batch MRP 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(react in seconds)                       (daily or weekly)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Explainability                           Transaction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("WHY this specific assignment?")        (what happened, not why)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</a:rPr>
              <a:t>This gap requires specialized optimization + AI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80D3"/>
                </a:solidFill>
              </a:rPr>
              <a:t>Our Approach: Agentic AI for Stock Cutting &amp; Material Assignment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 Engineer → SAP Joule (AI Orchestrator)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┌───────────────┼───────────────┐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               ↓       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Agent     Stock Agent     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(SAP SD)       (SAP MM)        Engine (MCP)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               ↓       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└───────────────┼───────────────┘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SAP S/4HANA (execute plan)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• Reservations (MB21)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• Production Orders (CO01)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128016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Results: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• 2-4% trim loss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  (vs 8-15% manual)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• &lt;15 second planning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  (vs hours)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• 90%+ fulfillment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• Instant re-planning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80D3"/>
                </a:solidFill>
              </a:rPr>
              <a:t>• Full explainability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Deep Dive into the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Agentic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9A20"/>
                </a:solidFill>
              </a:rPr>
              <a:t>• How SAP Joule orchestrates the planning process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9A20"/>
                </a:solidFill>
              </a:rPr>
              <a:t>• How Order Agent and Stock Agent collaborate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9A20"/>
                </a:solidFill>
              </a:rPr>
              <a:t>• How the Optimization Engine solves cutting + assignment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9A20"/>
                </a:solidFill>
              </a:rPr>
              <a:t>• How results write back to SAP S/4HANA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9A20"/>
                </a:solidFill>
              </a:rPr>
              <a:t>• Live demo scenarios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2026-06-09T06:17:00Z</dcterms:created>
  <dcterms:modified xsi:type="dcterms:W3CDTF">2026-06-09T06:17:00Z</dcterms:modified>
</cp:coreProperties>
</file>